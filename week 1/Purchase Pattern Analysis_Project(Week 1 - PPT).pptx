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73A8447-A4D5-46A0-BBC3-FD91A431CFD1}">
          <p14:sldIdLst>
            <p14:sldId id="256"/>
            <p14:sldId id="257"/>
            <p14:sldId id="258"/>
            <p14:sldId id="259"/>
            <p14:sldId id="267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Raj Sinha" userId="0c2c692360e9a369" providerId="LiveId" clId="{77E5A1FC-CD9F-4ECA-809B-F7E2B085EFD1}"/>
    <pc:docChg chg="custSel modSld">
      <pc:chgData name="Ankit Raj Sinha" userId="0c2c692360e9a369" providerId="LiveId" clId="{77E5A1FC-CD9F-4ECA-809B-F7E2B085EFD1}" dt="2026-02-19T14:01:00.057" v="590" actId="14100"/>
      <pc:docMkLst>
        <pc:docMk/>
      </pc:docMkLst>
      <pc:sldChg chg="addSp modSp mod">
        <pc:chgData name="Ankit Raj Sinha" userId="0c2c692360e9a369" providerId="LiveId" clId="{77E5A1FC-CD9F-4ECA-809B-F7E2B085EFD1}" dt="2026-02-02T05:15:00.674" v="587" actId="14100"/>
        <pc:sldMkLst>
          <pc:docMk/>
          <pc:sldMk cId="3227797487" sldId="256"/>
        </pc:sldMkLst>
        <pc:spChg chg="mod">
          <ac:chgData name="Ankit Raj Sinha" userId="0c2c692360e9a369" providerId="LiveId" clId="{77E5A1FC-CD9F-4ECA-809B-F7E2B085EFD1}" dt="2026-02-02T05:11:49.335" v="577" actId="20577"/>
          <ac:spMkLst>
            <pc:docMk/>
            <pc:sldMk cId="3227797487" sldId="256"/>
            <ac:spMk id="2" creationId="{A2B89D99-D6B6-4662-895C-84E82AC8D075}"/>
          </ac:spMkLst>
        </pc:spChg>
        <pc:spChg chg="mod">
          <ac:chgData name="Ankit Raj Sinha" userId="0c2c692360e9a369" providerId="LiveId" clId="{77E5A1FC-CD9F-4ECA-809B-F7E2B085EFD1}" dt="2026-02-02T05:01:01.790" v="393" actId="1076"/>
          <ac:spMkLst>
            <pc:docMk/>
            <pc:sldMk cId="3227797487" sldId="256"/>
            <ac:spMk id="3" creationId="{2B0F0932-17AD-4AEC-9BAF-261C7EE19162}"/>
          </ac:spMkLst>
        </pc:spChg>
        <pc:spChg chg="add mod">
          <ac:chgData name="Ankit Raj Sinha" userId="0c2c692360e9a369" providerId="LiveId" clId="{77E5A1FC-CD9F-4ECA-809B-F7E2B085EFD1}" dt="2026-02-02T05:13:26.360" v="584" actId="404"/>
          <ac:spMkLst>
            <pc:docMk/>
            <pc:sldMk cId="3227797487" sldId="256"/>
            <ac:spMk id="4" creationId="{2A4C6E4F-E3E6-17C6-4711-59A79E9FF5AD}"/>
          </ac:spMkLst>
        </pc:spChg>
        <pc:picChg chg="mod">
          <ac:chgData name="Ankit Raj Sinha" userId="0c2c692360e9a369" providerId="LiveId" clId="{77E5A1FC-CD9F-4ECA-809B-F7E2B085EFD1}" dt="2026-02-02T05:15:00.674" v="587" actId="14100"/>
          <ac:picMkLst>
            <pc:docMk/>
            <pc:sldMk cId="3227797487" sldId="256"/>
            <ac:picMk id="5" creationId="{D8EB5E1A-9A46-4E7A-B28B-FC9ABB192F97}"/>
          </ac:picMkLst>
        </pc:picChg>
        <pc:picChg chg="mod">
          <ac:chgData name="Ankit Raj Sinha" userId="0c2c692360e9a369" providerId="LiveId" clId="{77E5A1FC-CD9F-4ECA-809B-F7E2B085EFD1}" dt="2026-02-02T05:14:51.487" v="586" actId="14100"/>
          <ac:picMkLst>
            <pc:docMk/>
            <pc:sldMk cId="3227797487" sldId="256"/>
            <ac:picMk id="7" creationId="{2FC9F340-EB61-431D-BCCA-E0B471E87849}"/>
          </ac:picMkLst>
        </pc:picChg>
        <pc:picChg chg="mod">
          <ac:chgData name="Ankit Raj Sinha" userId="0c2c692360e9a369" providerId="LiveId" clId="{77E5A1FC-CD9F-4ECA-809B-F7E2B085EFD1}" dt="2026-02-02T05:12:45.081" v="579" actId="14861"/>
          <ac:picMkLst>
            <pc:docMk/>
            <pc:sldMk cId="3227797487" sldId="256"/>
            <ac:picMk id="22" creationId="{0C1FB1AA-E057-1565-2097-3512BEC730DB}"/>
          </ac:picMkLst>
        </pc:picChg>
      </pc:sldChg>
      <pc:sldChg chg="modSp mod">
        <pc:chgData name="Ankit Raj Sinha" userId="0c2c692360e9a369" providerId="LiveId" clId="{77E5A1FC-CD9F-4ECA-809B-F7E2B085EFD1}" dt="2026-02-02T04:57:23.862" v="196" actId="27636"/>
        <pc:sldMkLst>
          <pc:docMk/>
          <pc:sldMk cId="3602993270" sldId="257"/>
        </pc:sldMkLst>
        <pc:spChg chg="mod">
          <ac:chgData name="Ankit Raj Sinha" userId="0c2c692360e9a369" providerId="LiveId" clId="{77E5A1FC-CD9F-4ECA-809B-F7E2B085EFD1}" dt="2026-02-02T04:57:23.862" v="196" actId="27636"/>
          <ac:spMkLst>
            <pc:docMk/>
            <pc:sldMk cId="3602993270" sldId="257"/>
            <ac:spMk id="2" creationId="{3A134030-0E45-4386-B998-B333B682D9D3}"/>
          </ac:spMkLst>
        </pc:spChg>
        <pc:spChg chg="mod">
          <ac:chgData name="Ankit Raj Sinha" userId="0c2c692360e9a369" providerId="LiveId" clId="{77E5A1FC-CD9F-4ECA-809B-F7E2B085EFD1}" dt="2026-02-02T04:57:23.706" v="191"/>
          <ac:spMkLst>
            <pc:docMk/>
            <pc:sldMk cId="3602993270" sldId="257"/>
            <ac:spMk id="3" creationId="{DDADF041-5545-4169-B10C-D5D543BEF11F}"/>
          </ac:spMkLst>
        </pc:spChg>
      </pc:sldChg>
      <pc:sldChg chg="modSp mod">
        <pc:chgData name="Ankit Raj Sinha" userId="0c2c692360e9a369" providerId="LiveId" clId="{77E5A1FC-CD9F-4ECA-809B-F7E2B085EFD1}" dt="2026-02-02T04:57:23.862" v="197" actId="27636"/>
        <pc:sldMkLst>
          <pc:docMk/>
          <pc:sldMk cId="1526354379" sldId="258"/>
        </pc:sldMkLst>
        <pc:spChg chg="mod">
          <ac:chgData name="Ankit Raj Sinha" userId="0c2c692360e9a369" providerId="LiveId" clId="{77E5A1FC-CD9F-4ECA-809B-F7E2B085EFD1}" dt="2026-02-02T04:57:23.862" v="197" actId="27636"/>
          <ac:spMkLst>
            <pc:docMk/>
            <pc:sldMk cId="1526354379" sldId="258"/>
            <ac:spMk id="2" creationId="{DA240182-C055-4ED1-B786-5438771670DC}"/>
          </ac:spMkLst>
        </pc:spChg>
      </pc:sldChg>
      <pc:sldChg chg="modSp mod">
        <pc:chgData name="Ankit Raj Sinha" userId="0c2c692360e9a369" providerId="LiveId" clId="{77E5A1FC-CD9F-4ECA-809B-F7E2B085EFD1}" dt="2026-02-02T04:57:23.878" v="198" actId="27636"/>
        <pc:sldMkLst>
          <pc:docMk/>
          <pc:sldMk cId="3176228190" sldId="259"/>
        </pc:sldMkLst>
        <pc:spChg chg="mod">
          <ac:chgData name="Ankit Raj Sinha" userId="0c2c692360e9a369" providerId="LiveId" clId="{77E5A1FC-CD9F-4ECA-809B-F7E2B085EFD1}" dt="2026-02-02T04:57:23.878" v="198" actId="27636"/>
          <ac:spMkLst>
            <pc:docMk/>
            <pc:sldMk cId="3176228190" sldId="259"/>
            <ac:spMk id="3" creationId="{9DDA159C-C6C2-4BE5-83FD-AA9EC683FDCF}"/>
          </ac:spMkLst>
        </pc:spChg>
      </pc:sldChg>
      <pc:sldChg chg="modSp mod">
        <pc:chgData name="Ankit Raj Sinha" userId="0c2c692360e9a369" providerId="LiveId" clId="{77E5A1FC-CD9F-4ECA-809B-F7E2B085EFD1}" dt="2026-02-19T07:27:20.389" v="588" actId="1076"/>
        <pc:sldMkLst>
          <pc:docMk/>
          <pc:sldMk cId="1309811737" sldId="262"/>
        </pc:sldMkLst>
        <pc:spChg chg="mod">
          <ac:chgData name="Ankit Raj Sinha" userId="0c2c692360e9a369" providerId="LiveId" clId="{77E5A1FC-CD9F-4ECA-809B-F7E2B085EFD1}" dt="2026-02-19T07:27:20.389" v="588" actId="1076"/>
          <ac:spMkLst>
            <pc:docMk/>
            <pc:sldMk cId="1309811737" sldId="262"/>
            <ac:spMk id="2" creationId="{32285070-EEBD-4273-993F-C9A544BC0C65}"/>
          </ac:spMkLst>
        </pc:spChg>
      </pc:sldChg>
      <pc:sldChg chg="modSp mod">
        <pc:chgData name="Ankit Raj Sinha" userId="0c2c692360e9a369" providerId="LiveId" clId="{77E5A1FC-CD9F-4ECA-809B-F7E2B085EFD1}" dt="2026-02-02T04:57:12.035" v="186" actId="27636"/>
        <pc:sldMkLst>
          <pc:docMk/>
          <pc:sldMk cId="3896780355" sldId="263"/>
        </pc:sldMkLst>
        <pc:spChg chg="mod">
          <ac:chgData name="Ankit Raj Sinha" userId="0c2c692360e9a369" providerId="LiveId" clId="{77E5A1FC-CD9F-4ECA-809B-F7E2B085EFD1}" dt="2026-02-02T04:57:12.035" v="186" actId="27636"/>
          <ac:spMkLst>
            <pc:docMk/>
            <pc:sldMk cId="3896780355" sldId="263"/>
            <ac:spMk id="2" creationId="{EB96A101-5BD8-412D-8746-EFA8946DA802}"/>
          </ac:spMkLst>
        </pc:spChg>
      </pc:sldChg>
      <pc:sldChg chg="modSp mod">
        <pc:chgData name="Ankit Raj Sinha" userId="0c2c692360e9a369" providerId="LiveId" clId="{77E5A1FC-CD9F-4ECA-809B-F7E2B085EFD1}" dt="2026-02-02T04:57:12.050" v="187" actId="27636"/>
        <pc:sldMkLst>
          <pc:docMk/>
          <pc:sldMk cId="598557954" sldId="266"/>
        </pc:sldMkLst>
        <pc:spChg chg="mod">
          <ac:chgData name="Ankit Raj Sinha" userId="0c2c692360e9a369" providerId="LiveId" clId="{77E5A1FC-CD9F-4ECA-809B-F7E2B085EFD1}" dt="2026-02-02T04:57:12.050" v="187" actId="27636"/>
          <ac:spMkLst>
            <pc:docMk/>
            <pc:sldMk cId="598557954" sldId="266"/>
            <ac:spMk id="2" creationId="{A2D141BF-60A6-476D-B05C-46071C0943D0}"/>
          </ac:spMkLst>
        </pc:spChg>
      </pc:sldChg>
      <pc:sldChg chg="modSp mod">
        <pc:chgData name="Ankit Raj Sinha" userId="0c2c692360e9a369" providerId="LiveId" clId="{77E5A1FC-CD9F-4ECA-809B-F7E2B085EFD1}" dt="2026-02-02T04:57:23.784" v="192" actId="27636"/>
        <pc:sldMkLst>
          <pc:docMk/>
          <pc:sldMk cId="2379021762" sldId="267"/>
        </pc:sldMkLst>
        <pc:spChg chg="mod">
          <ac:chgData name="Ankit Raj Sinha" userId="0c2c692360e9a369" providerId="LiveId" clId="{77E5A1FC-CD9F-4ECA-809B-F7E2B085EFD1}" dt="2026-02-02T04:57:23.784" v="192" actId="27636"/>
          <ac:spMkLst>
            <pc:docMk/>
            <pc:sldMk cId="2379021762" sldId="267"/>
            <ac:spMk id="2" creationId="{1A5215E7-42D1-47D3-946D-42A1B5451718}"/>
          </ac:spMkLst>
        </pc:spChg>
      </pc:sldChg>
      <pc:sldChg chg="modSp mod">
        <pc:chgData name="Ankit Raj Sinha" userId="0c2c692360e9a369" providerId="LiveId" clId="{77E5A1FC-CD9F-4ECA-809B-F7E2B085EFD1}" dt="2026-02-19T14:01:00.057" v="590" actId="14100"/>
        <pc:sldMkLst>
          <pc:docMk/>
          <pc:sldMk cId="3959661484" sldId="268"/>
        </pc:sldMkLst>
        <pc:spChg chg="mod">
          <ac:chgData name="Ankit Raj Sinha" userId="0c2c692360e9a369" providerId="LiveId" clId="{77E5A1FC-CD9F-4ECA-809B-F7E2B085EFD1}" dt="2026-02-19T08:02:50.847" v="589" actId="14100"/>
          <ac:spMkLst>
            <pc:docMk/>
            <pc:sldMk cId="3959661484" sldId="268"/>
            <ac:spMk id="2" creationId="{00049239-3760-4E21-BF09-DE66C98C9BE9}"/>
          </ac:spMkLst>
        </pc:spChg>
        <pc:spChg chg="mod">
          <ac:chgData name="Ankit Raj Sinha" userId="0c2c692360e9a369" providerId="LiveId" clId="{77E5A1FC-CD9F-4ECA-809B-F7E2B085EFD1}" dt="2026-02-19T14:01:00.057" v="590" actId="14100"/>
          <ac:spMkLst>
            <pc:docMk/>
            <pc:sldMk cId="3959661484" sldId="268"/>
            <ac:spMk id="4" creationId="{D8E1EC2B-94F5-4421-B04E-451096D3259C}"/>
          </ac:spMkLst>
        </pc:spChg>
      </pc:sldChg>
      <pc:sldChg chg="modSp mod">
        <pc:chgData name="Ankit Raj Sinha" userId="0c2c692360e9a369" providerId="LiveId" clId="{77E5A1FC-CD9F-4ECA-809B-F7E2B085EFD1}" dt="2026-02-02T04:57:23.846" v="194" actId="27636"/>
        <pc:sldMkLst>
          <pc:docMk/>
          <pc:sldMk cId="31981789" sldId="269"/>
        </pc:sldMkLst>
        <pc:spChg chg="mod">
          <ac:chgData name="Ankit Raj Sinha" userId="0c2c692360e9a369" providerId="LiveId" clId="{77E5A1FC-CD9F-4ECA-809B-F7E2B085EFD1}" dt="2026-02-02T04:57:23.846" v="194" actId="27636"/>
          <ac:spMkLst>
            <pc:docMk/>
            <pc:sldMk cId="31981789" sldId="269"/>
            <ac:spMk id="2" creationId="{D843BAFC-C3A9-4D68-8056-33CF93A950AB}"/>
          </ac:spMkLst>
        </pc:spChg>
        <pc:spChg chg="mod">
          <ac:chgData name="Ankit Raj Sinha" userId="0c2c692360e9a369" providerId="LiveId" clId="{77E5A1FC-CD9F-4ECA-809B-F7E2B085EFD1}" dt="2026-02-02T04:57:12.066" v="189" actId="27636"/>
          <ac:spMkLst>
            <pc:docMk/>
            <pc:sldMk cId="31981789" sldId="269"/>
            <ac:spMk id="3" creationId="{DF689929-7D95-4CB4-82FB-2AA107DAE46D}"/>
          </ac:spMkLst>
        </pc:spChg>
      </pc:sldChg>
      <pc:sldChg chg="modSp mod">
        <pc:chgData name="Ankit Raj Sinha" userId="0c2c692360e9a369" providerId="LiveId" clId="{77E5A1FC-CD9F-4ECA-809B-F7E2B085EFD1}" dt="2026-02-02T04:57:23.846" v="195" actId="27636"/>
        <pc:sldMkLst>
          <pc:docMk/>
          <pc:sldMk cId="3727453865" sldId="270"/>
        </pc:sldMkLst>
        <pc:spChg chg="mod">
          <ac:chgData name="Ankit Raj Sinha" userId="0c2c692360e9a369" providerId="LiveId" clId="{77E5A1FC-CD9F-4ECA-809B-F7E2B085EFD1}" dt="2026-02-02T04:57:23.846" v="195" actId="27636"/>
          <ac:spMkLst>
            <pc:docMk/>
            <pc:sldMk cId="3727453865" sldId="270"/>
            <ac:spMk id="2" creationId="{811E68DD-AF3A-4A0B-90F3-CC1A568DABFE}"/>
          </ac:spMkLst>
        </pc:spChg>
      </pc:sldChg>
    </pc:docChg>
  </pc:docChgLst>
  <pc:docChgLst>
    <pc:chgData name="Ankit Raj Sinha" userId="0c2c692360e9a369" providerId="LiveId" clId="{E77D111D-AEE7-4182-BA8F-3270911285CB}"/>
    <pc:docChg chg="undo custSel addSld delSld modSld modSection">
      <pc:chgData name="Ankit Raj Sinha" userId="0c2c692360e9a369" providerId="LiveId" clId="{E77D111D-AEE7-4182-BA8F-3270911285CB}" dt="2026-02-01T12:21:52.494" v="1022" actId="14861"/>
      <pc:docMkLst>
        <pc:docMk/>
      </pc:docMkLst>
      <pc:sldChg chg="addSp delSp modSp mod delDesignElem">
        <pc:chgData name="Ankit Raj Sinha" userId="0c2c692360e9a369" providerId="LiveId" clId="{E77D111D-AEE7-4182-BA8F-3270911285CB}" dt="2026-02-01T12:21:52.494" v="1022" actId="14861"/>
        <pc:sldMkLst>
          <pc:docMk/>
          <pc:sldMk cId="3227797487" sldId="256"/>
        </pc:sldMkLst>
        <pc:spChg chg="mod">
          <ac:chgData name="Ankit Raj Sinha" userId="0c2c692360e9a369" providerId="LiveId" clId="{E77D111D-AEE7-4182-BA8F-3270911285CB}" dt="2026-02-01T12:09:20.191" v="1001" actId="207"/>
          <ac:spMkLst>
            <pc:docMk/>
            <pc:sldMk cId="3227797487" sldId="256"/>
            <ac:spMk id="2" creationId="{A2B89D99-D6B6-4662-895C-84E82AC8D075}"/>
          </ac:spMkLst>
        </pc:spChg>
        <pc:picChg chg="add mod">
          <ac:chgData name="Ankit Raj Sinha" userId="0c2c692360e9a369" providerId="LiveId" clId="{E77D111D-AEE7-4182-BA8F-3270911285CB}" dt="2026-02-01T12:17:42.920" v="1020" actId="14861"/>
          <ac:picMkLst>
            <pc:docMk/>
            <pc:sldMk cId="3227797487" sldId="256"/>
            <ac:picMk id="5" creationId="{D8EB5E1A-9A46-4E7A-B28B-FC9ABB192F97}"/>
          </ac:picMkLst>
        </pc:picChg>
        <pc:picChg chg="add mod">
          <ac:chgData name="Ankit Raj Sinha" userId="0c2c692360e9a369" providerId="LiveId" clId="{E77D111D-AEE7-4182-BA8F-3270911285CB}" dt="2026-02-01T12:21:52.494" v="1022" actId="14861"/>
          <ac:picMkLst>
            <pc:docMk/>
            <pc:sldMk cId="3227797487" sldId="256"/>
            <ac:picMk id="7" creationId="{2FC9F340-EB61-431D-BCCA-E0B471E87849}"/>
          </ac:picMkLst>
        </pc:picChg>
        <pc:picChg chg="mod">
          <ac:chgData name="Ankit Raj Sinha" userId="0c2c692360e9a369" providerId="LiveId" clId="{E77D111D-AEE7-4182-BA8F-3270911285CB}" dt="2026-02-01T12:09:34.362" v="1002" actId="1076"/>
          <ac:picMkLst>
            <pc:docMk/>
            <pc:sldMk cId="3227797487" sldId="256"/>
            <ac:picMk id="22" creationId="{0C1FB1AA-E057-1565-2097-3512BEC730DB}"/>
          </ac:picMkLst>
        </pc:picChg>
      </pc:sldChg>
      <pc:sldChg chg="modSp mod">
        <pc:chgData name="Ankit Raj Sinha" userId="0c2c692360e9a369" providerId="LiveId" clId="{E77D111D-AEE7-4182-BA8F-3270911285CB}" dt="2026-02-01T12:07:11.465" v="992" actId="113"/>
        <pc:sldMkLst>
          <pc:docMk/>
          <pc:sldMk cId="3602993270" sldId="257"/>
        </pc:sldMkLst>
        <pc:spChg chg="mod">
          <ac:chgData name="Ankit Raj Sinha" userId="0c2c692360e9a369" providerId="LiveId" clId="{E77D111D-AEE7-4182-BA8F-3270911285CB}" dt="2026-02-01T12:07:11.465" v="992" actId="113"/>
          <ac:spMkLst>
            <pc:docMk/>
            <pc:sldMk cId="3602993270" sldId="257"/>
            <ac:spMk id="2" creationId="{3A134030-0E45-4386-B998-B333B682D9D3}"/>
          </ac:spMkLst>
        </pc:spChg>
        <pc:spChg chg="mod">
          <ac:chgData name="Ankit Raj Sinha" userId="0c2c692360e9a369" providerId="LiveId" clId="{E77D111D-AEE7-4182-BA8F-3270911285CB}" dt="2026-02-01T12:00:44.758" v="958"/>
          <ac:spMkLst>
            <pc:docMk/>
            <pc:sldMk cId="3602993270" sldId="257"/>
            <ac:spMk id="3" creationId="{DDADF041-5545-4169-B10C-D5D543BEF11F}"/>
          </ac:spMkLst>
        </pc:spChg>
      </pc:sldChg>
      <pc:sldChg chg="modSp mod">
        <pc:chgData name="Ankit Raj Sinha" userId="0c2c692360e9a369" providerId="LiveId" clId="{E77D111D-AEE7-4182-BA8F-3270911285CB}" dt="2026-02-01T12:07:04.528" v="991" actId="113"/>
        <pc:sldMkLst>
          <pc:docMk/>
          <pc:sldMk cId="1526354379" sldId="258"/>
        </pc:sldMkLst>
        <pc:spChg chg="mod">
          <ac:chgData name="Ankit Raj Sinha" userId="0c2c692360e9a369" providerId="LiveId" clId="{E77D111D-AEE7-4182-BA8F-3270911285CB}" dt="2026-02-01T12:07:04.528" v="991" actId="113"/>
          <ac:spMkLst>
            <pc:docMk/>
            <pc:sldMk cId="1526354379" sldId="258"/>
            <ac:spMk id="2" creationId="{DA240182-C055-4ED1-B786-5438771670DC}"/>
          </ac:spMkLst>
        </pc:spChg>
      </pc:sldChg>
      <pc:sldChg chg="modSp mod">
        <pc:chgData name="Ankit Raj Sinha" userId="0c2c692360e9a369" providerId="LiveId" clId="{E77D111D-AEE7-4182-BA8F-3270911285CB}" dt="2026-02-01T12:06:53.185" v="990" actId="14100"/>
        <pc:sldMkLst>
          <pc:docMk/>
          <pc:sldMk cId="3176228190" sldId="259"/>
        </pc:sldMkLst>
        <pc:spChg chg="mod">
          <ac:chgData name="Ankit Raj Sinha" userId="0c2c692360e9a369" providerId="LiveId" clId="{E77D111D-AEE7-4182-BA8F-3270911285CB}" dt="2026-02-01T12:06:53.185" v="990" actId="14100"/>
          <ac:spMkLst>
            <pc:docMk/>
            <pc:sldMk cId="3176228190" sldId="259"/>
            <ac:spMk id="2" creationId="{298F74DD-36AB-4CB9-9F4E-7EB15523EAD5}"/>
          </ac:spMkLst>
        </pc:spChg>
        <pc:spChg chg="mod">
          <ac:chgData name="Ankit Raj Sinha" userId="0c2c692360e9a369" providerId="LiveId" clId="{E77D111D-AEE7-4182-BA8F-3270911285CB}" dt="2026-02-01T12:00:44.961" v="961" actId="27636"/>
          <ac:spMkLst>
            <pc:docMk/>
            <pc:sldMk cId="3176228190" sldId="259"/>
            <ac:spMk id="3" creationId="{9DDA159C-C6C2-4BE5-83FD-AA9EC683FDCF}"/>
          </ac:spMkLst>
        </pc:spChg>
      </pc:sldChg>
      <pc:sldChg chg="del">
        <pc:chgData name="Ankit Raj Sinha" userId="0c2c692360e9a369" providerId="LiveId" clId="{E77D111D-AEE7-4182-BA8F-3270911285CB}" dt="2026-02-01T06:50:52.763" v="540" actId="2696"/>
        <pc:sldMkLst>
          <pc:docMk/>
          <pc:sldMk cId="312495698" sldId="260"/>
        </pc:sldMkLst>
      </pc:sldChg>
      <pc:sldChg chg="modSp mod">
        <pc:chgData name="Ankit Raj Sinha" userId="0c2c692360e9a369" providerId="LiveId" clId="{E77D111D-AEE7-4182-BA8F-3270911285CB}" dt="2026-02-01T06:43:30.573" v="439" actId="14100"/>
        <pc:sldMkLst>
          <pc:docMk/>
          <pc:sldMk cId="738773525" sldId="261"/>
        </pc:sldMkLst>
        <pc:spChg chg="mod">
          <ac:chgData name="Ankit Raj Sinha" userId="0c2c692360e9a369" providerId="LiveId" clId="{E77D111D-AEE7-4182-BA8F-3270911285CB}" dt="2026-02-01T06:43:13.843" v="438" actId="207"/>
          <ac:spMkLst>
            <pc:docMk/>
            <pc:sldMk cId="738773525" sldId="261"/>
            <ac:spMk id="5" creationId="{39C28847-0F95-42CE-8478-318B1F7835D1}"/>
          </ac:spMkLst>
        </pc:spChg>
        <pc:cxnChg chg="mod">
          <ac:chgData name="Ankit Raj Sinha" userId="0c2c692360e9a369" providerId="LiveId" clId="{E77D111D-AEE7-4182-BA8F-3270911285CB}" dt="2026-02-01T06:43:30.573" v="439" actId="14100"/>
          <ac:cxnSpMkLst>
            <pc:docMk/>
            <pc:sldMk cId="738773525" sldId="261"/>
            <ac:cxnSpMk id="7" creationId="{B013B630-6FA9-48E8-83EA-CBA8FC5224FD}"/>
          </ac:cxnSpMkLst>
        </pc:cxnChg>
      </pc:sldChg>
      <pc:sldChg chg="addSp modSp mod">
        <pc:chgData name="Ankit Raj Sinha" userId="0c2c692360e9a369" providerId="LiveId" clId="{E77D111D-AEE7-4182-BA8F-3270911285CB}" dt="2026-02-01T12:01:03.804" v="962" actId="207"/>
        <pc:sldMkLst>
          <pc:docMk/>
          <pc:sldMk cId="1309811737" sldId="262"/>
        </pc:sldMkLst>
        <pc:spChg chg="mod">
          <ac:chgData name="Ankit Raj Sinha" userId="0c2c692360e9a369" providerId="LiveId" clId="{E77D111D-AEE7-4182-BA8F-3270911285CB}" dt="2026-02-01T12:01:03.804" v="962" actId="207"/>
          <ac:spMkLst>
            <pc:docMk/>
            <pc:sldMk cId="1309811737" sldId="262"/>
            <ac:spMk id="5" creationId="{15B6F459-620B-49E3-9B14-0496B6920C4A}"/>
          </ac:spMkLst>
        </pc:spChg>
        <pc:cxnChg chg="add mod">
          <ac:chgData name="Ankit Raj Sinha" userId="0c2c692360e9a369" providerId="LiveId" clId="{E77D111D-AEE7-4182-BA8F-3270911285CB}" dt="2026-02-01T06:03:04.268" v="46" actId="13822"/>
          <ac:cxnSpMkLst>
            <pc:docMk/>
            <pc:sldMk cId="1309811737" sldId="262"/>
            <ac:cxnSpMk id="6" creationId="{8B3A6D0C-78EE-436E-918B-83E0A96E496C}"/>
          </ac:cxnSpMkLst>
        </pc:cxnChg>
      </pc:sldChg>
      <pc:sldChg chg="addSp delSp modSp mod">
        <pc:chgData name="Ankit Raj Sinha" userId="0c2c692360e9a369" providerId="LiveId" clId="{E77D111D-AEE7-4182-BA8F-3270911285CB}" dt="2026-02-01T06:42:47.056" v="436" actId="207"/>
        <pc:sldMkLst>
          <pc:docMk/>
          <pc:sldMk cId="3896780355" sldId="263"/>
        </pc:sldMkLst>
        <pc:spChg chg="mod">
          <ac:chgData name="Ankit Raj Sinha" userId="0c2c692360e9a369" providerId="LiveId" clId="{E77D111D-AEE7-4182-BA8F-3270911285CB}" dt="2026-02-01T06:08:46.080" v="79" actId="1076"/>
          <ac:spMkLst>
            <pc:docMk/>
            <pc:sldMk cId="3896780355" sldId="263"/>
            <ac:spMk id="2" creationId="{EB96A101-5BD8-412D-8746-EFA8946DA802}"/>
          </ac:spMkLst>
        </pc:spChg>
        <pc:spChg chg="add mod">
          <ac:chgData name="Ankit Raj Sinha" userId="0c2c692360e9a369" providerId="LiveId" clId="{E77D111D-AEE7-4182-BA8F-3270911285CB}" dt="2026-02-01T06:42:47.056" v="436" actId="207"/>
          <ac:spMkLst>
            <pc:docMk/>
            <pc:sldMk cId="3896780355" sldId="263"/>
            <ac:spMk id="3" creationId="{8011EE03-7D3F-4B1C-8D20-9C361CCEC2AE}"/>
          </ac:spMkLst>
        </pc:spChg>
        <pc:picChg chg="mod">
          <ac:chgData name="Ankit Raj Sinha" userId="0c2c692360e9a369" providerId="LiveId" clId="{E77D111D-AEE7-4182-BA8F-3270911285CB}" dt="2026-02-01T06:09:02.048" v="81" actId="14100"/>
          <ac:picMkLst>
            <pc:docMk/>
            <pc:sldMk cId="3896780355" sldId="263"/>
            <ac:picMk id="4" creationId="{09442DD8-3AEF-4DC6-99B4-CCD7D2ACBA39}"/>
          </ac:picMkLst>
        </pc:picChg>
        <pc:cxnChg chg="add mod">
          <ac:chgData name="Ankit Raj Sinha" userId="0c2c692360e9a369" providerId="LiveId" clId="{E77D111D-AEE7-4182-BA8F-3270911285CB}" dt="2026-02-01T06:09:51.671" v="89" actId="13822"/>
          <ac:cxnSpMkLst>
            <pc:docMk/>
            <pc:sldMk cId="3896780355" sldId="263"/>
            <ac:cxnSpMk id="9" creationId="{5B7AD96B-AF40-4FA6-9143-70DFDA4EE726}"/>
          </ac:cxnSpMkLst>
        </pc:cxnChg>
      </pc:sldChg>
      <pc:sldChg chg="addSp delSp modSp mod">
        <pc:chgData name="Ankit Raj Sinha" userId="0c2c692360e9a369" providerId="LiveId" clId="{E77D111D-AEE7-4182-BA8F-3270911285CB}" dt="2026-02-01T06:41:58.418" v="434" actId="207"/>
        <pc:sldMkLst>
          <pc:docMk/>
          <pc:sldMk cId="1068796415" sldId="264"/>
        </pc:sldMkLst>
        <pc:spChg chg="add mod">
          <ac:chgData name="Ankit Raj Sinha" userId="0c2c692360e9a369" providerId="LiveId" clId="{E77D111D-AEE7-4182-BA8F-3270911285CB}" dt="2026-02-01T06:40:48.716" v="432" actId="207"/>
          <ac:spMkLst>
            <pc:docMk/>
            <pc:sldMk cId="1068796415" sldId="264"/>
            <ac:spMk id="6" creationId="{C7F505EB-02F4-46CD-AD0B-781A911DB08F}"/>
          </ac:spMkLst>
        </pc:spChg>
        <pc:picChg chg="mod">
          <ac:chgData name="Ankit Raj Sinha" userId="0c2c692360e9a369" providerId="LiveId" clId="{E77D111D-AEE7-4182-BA8F-3270911285CB}" dt="2026-02-01T06:41:58.418" v="434" actId="207"/>
          <ac:picMkLst>
            <pc:docMk/>
            <pc:sldMk cId="1068796415" sldId="264"/>
            <ac:picMk id="4" creationId="{C9681395-D5A8-4D8A-BEC0-DC9E196EEE8D}"/>
          </ac:picMkLst>
        </pc:picChg>
        <pc:cxnChg chg="add mod">
          <ac:chgData name="Ankit Raj Sinha" userId="0c2c692360e9a369" providerId="LiveId" clId="{E77D111D-AEE7-4182-BA8F-3270911285CB}" dt="2026-02-01T06:39:46.880" v="431" actId="13822"/>
          <ac:cxnSpMkLst>
            <pc:docMk/>
            <pc:sldMk cId="1068796415" sldId="264"/>
            <ac:cxnSpMk id="11" creationId="{6FC45A03-E818-4EEF-A9C4-12A5DB3DD5E5}"/>
          </ac:cxnSpMkLst>
        </pc:cxnChg>
      </pc:sldChg>
      <pc:sldChg chg="addSp modSp mod">
        <pc:chgData name="Ankit Raj Sinha" userId="0c2c692360e9a369" providerId="LiveId" clId="{E77D111D-AEE7-4182-BA8F-3270911285CB}" dt="2026-02-01T12:05:07.848" v="976" actId="207"/>
        <pc:sldMkLst>
          <pc:docMk/>
          <pc:sldMk cId="1880142211" sldId="265"/>
        </pc:sldMkLst>
        <pc:spChg chg="mod">
          <ac:chgData name="Ankit Raj Sinha" userId="0c2c692360e9a369" providerId="LiveId" clId="{E77D111D-AEE7-4182-BA8F-3270911285CB}" dt="2026-02-01T12:05:07.848" v="976" actId="207"/>
          <ac:spMkLst>
            <pc:docMk/>
            <pc:sldMk cId="1880142211" sldId="265"/>
            <ac:spMk id="2" creationId="{0E778EA6-72B6-40E4-8C9C-B2F949015C73}"/>
          </ac:spMkLst>
        </pc:spChg>
        <pc:spChg chg="add mod">
          <ac:chgData name="Ankit Raj Sinha" userId="0c2c692360e9a369" providerId="LiveId" clId="{E77D111D-AEE7-4182-BA8F-3270911285CB}" dt="2026-02-01T06:46:25.403" v="495" actId="1076"/>
          <ac:spMkLst>
            <pc:docMk/>
            <pc:sldMk cId="1880142211" sldId="265"/>
            <ac:spMk id="3" creationId="{02570D3A-00D9-441A-AB67-9F9ECFA97C55}"/>
          </ac:spMkLst>
        </pc:spChg>
        <pc:picChg chg="mod">
          <ac:chgData name="Ankit Raj Sinha" userId="0c2c692360e9a369" providerId="LiveId" clId="{E77D111D-AEE7-4182-BA8F-3270911285CB}" dt="2026-02-01T06:44:27.444" v="442" actId="14100"/>
          <ac:picMkLst>
            <pc:docMk/>
            <pc:sldMk cId="1880142211" sldId="265"/>
            <ac:picMk id="4" creationId="{E81C8949-738E-4E73-9DA1-FADAC0D404AA}"/>
          </ac:picMkLst>
        </pc:picChg>
        <pc:cxnChg chg="add mod">
          <ac:chgData name="Ankit Raj Sinha" userId="0c2c692360e9a369" providerId="LiveId" clId="{E77D111D-AEE7-4182-BA8F-3270911285CB}" dt="2026-02-01T06:47:00.825" v="499" actId="13822"/>
          <ac:cxnSpMkLst>
            <pc:docMk/>
            <pc:sldMk cId="1880142211" sldId="265"/>
            <ac:cxnSpMk id="6" creationId="{4CFEC95C-ADD1-4DE9-A347-DE7148DC923B}"/>
          </ac:cxnSpMkLst>
        </pc:cxnChg>
      </pc:sldChg>
      <pc:sldChg chg="addSp modSp mod">
        <pc:chgData name="Ankit Raj Sinha" userId="0c2c692360e9a369" providerId="LiveId" clId="{E77D111D-AEE7-4182-BA8F-3270911285CB}" dt="2026-02-01T12:04:40.225" v="975" actId="207"/>
        <pc:sldMkLst>
          <pc:docMk/>
          <pc:sldMk cId="598557954" sldId="266"/>
        </pc:sldMkLst>
        <pc:spChg chg="mod">
          <ac:chgData name="Ankit Raj Sinha" userId="0c2c692360e9a369" providerId="LiveId" clId="{E77D111D-AEE7-4182-BA8F-3270911285CB}" dt="2026-02-01T12:04:40.225" v="975" actId="207"/>
          <ac:spMkLst>
            <pc:docMk/>
            <pc:sldMk cId="598557954" sldId="266"/>
            <ac:spMk id="2" creationId="{A2D141BF-60A6-476D-B05C-46071C0943D0}"/>
          </ac:spMkLst>
        </pc:spChg>
        <pc:spChg chg="mod">
          <ac:chgData name="Ankit Raj Sinha" userId="0c2c692360e9a369" providerId="LiveId" clId="{E77D111D-AEE7-4182-BA8F-3270911285CB}" dt="2026-02-01T06:49:39.952" v="534" actId="1076"/>
          <ac:spMkLst>
            <pc:docMk/>
            <pc:sldMk cId="598557954" sldId="266"/>
            <ac:spMk id="5" creationId="{1BD1BB27-87C3-4C9B-B6F0-89E59A07D6EC}"/>
          </ac:spMkLst>
        </pc:spChg>
        <pc:picChg chg="mod">
          <ac:chgData name="Ankit Raj Sinha" userId="0c2c692360e9a369" providerId="LiveId" clId="{E77D111D-AEE7-4182-BA8F-3270911285CB}" dt="2026-02-01T06:47:36.199" v="501" actId="1076"/>
          <ac:picMkLst>
            <pc:docMk/>
            <pc:sldMk cId="598557954" sldId="266"/>
            <ac:picMk id="4" creationId="{24FCD190-6FFC-4A57-8663-E684817D2E3B}"/>
          </ac:picMkLst>
        </pc:picChg>
        <pc:cxnChg chg="add mod">
          <ac:chgData name="Ankit Raj Sinha" userId="0c2c692360e9a369" providerId="LiveId" clId="{E77D111D-AEE7-4182-BA8F-3270911285CB}" dt="2026-02-01T06:50:26.547" v="539" actId="13822"/>
          <ac:cxnSpMkLst>
            <pc:docMk/>
            <pc:sldMk cId="598557954" sldId="266"/>
            <ac:cxnSpMk id="6" creationId="{AAA4D129-59F1-4D50-AF9D-144F09759671}"/>
          </ac:cxnSpMkLst>
        </pc:cxnChg>
      </pc:sldChg>
      <pc:sldChg chg="addSp delSp modSp new mod">
        <pc:chgData name="Ankit Raj Sinha" userId="0c2c692360e9a369" providerId="LiveId" clId="{E77D111D-AEE7-4182-BA8F-3270911285CB}" dt="2026-02-01T12:06:37.077" v="988" actId="113"/>
        <pc:sldMkLst>
          <pc:docMk/>
          <pc:sldMk cId="2379021762" sldId="267"/>
        </pc:sldMkLst>
        <pc:spChg chg="mod">
          <ac:chgData name="Ankit Raj Sinha" userId="0c2c692360e9a369" providerId="LiveId" clId="{E77D111D-AEE7-4182-BA8F-3270911285CB}" dt="2026-02-01T12:06:37.077" v="988" actId="113"/>
          <ac:spMkLst>
            <pc:docMk/>
            <pc:sldMk cId="2379021762" sldId="267"/>
            <ac:spMk id="2" creationId="{1A5215E7-42D1-47D3-946D-42A1B5451718}"/>
          </ac:spMkLst>
        </pc:spChg>
        <pc:spChg chg="add mod">
          <ac:chgData name="Ankit Raj Sinha" userId="0c2c692360e9a369" providerId="LiveId" clId="{E77D111D-AEE7-4182-BA8F-3270911285CB}" dt="2026-02-01T07:02:57.996" v="651" actId="5793"/>
          <ac:spMkLst>
            <pc:docMk/>
            <pc:sldMk cId="2379021762" sldId="267"/>
            <ac:spMk id="4" creationId="{6A676976-8AD7-4084-829E-16432D9B1BBA}"/>
          </ac:spMkLst>
        </pc:spChg>
      </pc:sldChg>
      <pc:sldChg chg="new del">
        <pc:chgData name="Ankit Raj Sinha" userId="0c2c692360e9a369" providerId="LiveId" clId="{E77D111D-AEE7-4182-BA8F-3270911285CB}" dt="2026-02-01T07:07:21.753" v="668" actId="2696"/>
        <pc:sldMkLst>
          <pc:docMk/>
          <pc:sldMk cId="860994236" sldId="268"/>
        </pc:sldMkLst>
      </pc:sldChg>
      <pc:sldChg chg="addSp delSp modSp new mod">
        <pc:chgData name="Ankit Raj Sinha" userId="0c2c692360e9a369" providerId="LiveId" clId="{E77D111D-AEE7-4182-BA8F-3270911285CB}" dt="2026-02-01T12:05:32.940" v="979" actId="113"/>
        <pc:sldMkLst>
          <pc:docMk/>
          <pc:sldMk cId="3959661484" sldId="268"/>
        </pc:sldMkLst>
        <pc:spChg chg="mod">
          <ac:chgData name="Ankit Raj Sinha" userId="0c2c692360e9a369" providerId="LiveId" clId="{E77D111D-AEE7-4182-BA8F-3270911285CB}" dt="2026-02-01T12:05:32.940" v="979" actId="113"/>
          <ac:spMkLst>
            <pc:docMk/>
            <pc:sldMk cId="3959661484" sldId="268"/>
            <ac:spMk id="2" creationId="{00049239-3760-4E21-BF09-DE66C98C9BE9}"/>
          </ac:spMkLst>
        </pc:spChg>
        <pc:spChg chg="add mod">
          <ac:chgData name="Ankit Raj Sinha" userId="0c2c692360e9a369" providerId="LiveId" clId="{E77D111D-AEE7-4182-BA8F-3270911285CB}" dt="2026-02-01T07:10:16.157" v="743" actId="1076"/>
          <ac:spMkLst>
            <pc:docMk/>
            <pc:sldMk cId="3959661484" sldId="268"/>
            <ac:spMk id="4" creationId="{D8E1EC2B-94F5-4421-B04E-451096D3259C}"/>
          </ac:spMkLst>
        </pc:spChg>
      </pc:sldChg>
      <pc:sldChg chg="modSp new mod">
        <pc:chgData name="Ankit Raj Sinha" userId="0c2c692360e9a369" providerId="LiveId" clId="{E77D111D-AEE7-4182-BA8F-3270911285CB}" dt="2026-02-01T12:05:50.346" v="982" actId="14100"/>
        <pc:sldMkLst>
          <pc:docMk/>
          <pc:sldMk cId="31981789" sldId="269"/>
        </pc:sldMkLst>
        <pc:spChg chg="mod">
          <ac:chgData name="Ankit Raj Sinha" userId="0c2c692360e9a369" providerId="LiveId" clId="{E77D111D-AEE7-4182-BA8F-3270911285CB}" dt="2026-02-01T12:05:50.346" v="982" actId="14100"/>
          <ac:spMkLst>
            <pc:docMk/>
            <pc:sldMk cId="31981789" sldId="269"/>
            <ac:spMk id="2" creationId="{D843BAFC-C3A9-4D68-8056-33CF93A950AB}"/>
          </ac:spMkLst>
        </pc:spChg>
        <pc:spChg chg="mod">
          <ac:chgData name="Ankit Raj Sinha" userId="0c2c692360e9a369" providerId="LiveId" clId="{E77D111D-AEE7-4182-BA8F-3270911285CB}" dt="2026-02-01T11:59:18.327" v="950" actId="27636"/>
          <ac:spMkLst>
            <pc:docMk/>
            <pc:sldMk cId="31981789" sldId="269"/>
            <ac:spMk id="3" creationId="{DF689929-7D95-4CB4-82FB-2AA107DAE46D}"/>
          </ac:spMkLst>
        </pc:spChg>
      </pc:sldChg>
      <pc:sldChg chg="addSp delSp modSp new mod">
        <pc:chgData name="Ankit Raj Sinha" userId="0c2c692360e9a369" providerId="LiveId" clId="{E77D111D-AEE7-4182-BA8F-3270911285CB}" dt="2026-02-01T12:06:02.563" v="984" actId="207"/>
        <pc:sldMkLst>
          <pc:docMk/>
          <pc:sldMk cId="3727453865" sldId="270"/>
        </pc:sldMkLst>
        <pc:spChg chg="mod">
          <ac:chgData name="Ankit Raj Sinha" userId="0c2c692360e9a369" providerId="LiveId" clId="{E77D111D-AEE7-4182-BA8F-3270911285CB}" dt="2026-02-01T12:06:02.563" v="984" actId="207"/>
          <ac:spMkLst>
            <pc:docMk/>
            <pc:sldMk cId="3727453865" sldId="270"/>
            <ac:spMk id="2" creationId="{811E68DD-AF3A-4A0B-90F3-CC1A568DABFE}"/>
          </ac:spMkLst>
        </pc:spChg>
        <pc:spChg chg="add mod">
          <ac:chgData name="Ankit Raj Sinha" userId="0c2c692360e9a369" providerId="LiveId" clId="{E77D111D-AEE7-4182-BA8F-3270911285CB}" dt="2026-02-01T11:56:10.155" v="924" actId="5793"/>
          <ac:spMkLst>
            <pc:docMk/>
            <pc:sldMk cId="3727453865" sldId="270"/>
            <ac:spMk id="4" creationId="{608244EA-2702-4729-86F4-BEE3B6AC3D41}"/>
          </ac:spMkLst>
        </pc:spChg>
      </pc:sldChg>
      <pc:sldChg chg="addSp delSp modSp new mod">
        <pc:chgData name="Ankit Raj Sinha" userId="0c2c692360e9a369" providerId="LiveId" clId="{E77D111D-AEE7-4182-BA8F-3270911285CB}" dt="2026-02-01T12:06:19.250" v="987" actId="113"/>
        <pc:sldMkLst>
          <pc:docMk/>
          <pc:sldMk cId="48292749" sldId="271"/>
        </pc:sldMkLst>
        <pc:spChg chg="mod">
          <ac:chgData name="Ankit Raj Sinha" userId="0c2c692360e9a369" providerId="LiveId" clId="{E77D111D-AEE7-4182-BA8F-3270911285CB}" dt="2026-02-01T12:06:19.250" v="987" actId="113"/>
          <ac:spMkLst>
            <pc:docMk/>
            <pc:sldMk cId="48292749" sldId="271"/>
            <ac:spMk id="2" creationId="{496D69D7-B57B-48D5-8F71-A618F9DA05CF}"/>
          </ac:spMkLst>
        </pc:spChg>
        <pc:spChg chg="add mod">
          <ac:chgData name="Ankit Raj Sinha" userId="0c2c692360e9a369" providerId="LiveId" clId="{E77D111D-AEE7-4182-BA8F-3270911285CB}" dt="2026-02-01T11:58:54.110" v="946" actId="20577"/>
          <ac:spMkLst>
            <pc:docMk/>
            <pc:sldMk cId="48292749" sldId="271"/>
            <ac:spMk id="4" creationId="{F364B87B-1E1D-4F2B-9DB9-A54B5D94073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4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25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6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534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8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0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5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2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2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4191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04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8037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5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871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16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f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0C1FB1AA-E057-1565-2097-3512BEC73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-16971" y="10"/>
            <a:ext cx="12191979" cy="685799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B89D99-D6B6-4662-895C-84E82AC8D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7219" y="1083038"/>
            <a:ext cx="9777561" cy="2450591"/>
          </a:xfrm>
          <a:noFill/>
        </p:spPr>
        <p:txBody>
          <a:bodyPr anchor="t">
            <a:normAutofit/>
          </a:bodyPr>
          <a:lstStyle/>
          <a:p>
            <a:pPr algn="ctr"/>
            <a:r>
              <a:rPr lang="en-US" sz="6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Purchase Pattern Analytics</a:t>
            </a:r>
            <a:br>
              <a:rPr lang="en-US" sz="6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</a:br>
            <a:r>
              <a:rPr lang="en-US" sz="6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(Client Project)</a:t>
            </a:r>
            <a:endParaRPr lang="en-IN" sz="6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F0932-17AD-4AEC-9BAF-261C7EE19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4796" y="6878929"/>
            <a:ext cx="4488812" cy="1914939"/>
          </a:xfrm>
        </p:spPr>
        <p:txBody>
          <a:bodyPr anchor="b">
            <a:normAutofit/>
          </a:bodyPr>
          <a:lstStyle/>
          <a:p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EB5E1A-9A46-4E7A-B28B-FC9ABB192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417984" cy="111557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  <a:effectLst>
            <a:softEdge rad="3175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C9F340-EB61-431D-BCCA-E0B471E87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390" y="5287616"/>
            <a:ext cx="2169617" cy="1570373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4C6E4F-E3E6-17C6-4711-59A79E9FF5AD}"/>
              </a:ext>
            </a:extLst>
          </p:cNvPr>
          <p:cNvSpPr txBox="1"/>
          <p:nvPr/>
        </p:nvSpPr>
        <p:spPr>
          <a:xfrm>
            <a:off x="-16971" y="4549666"/>
            <a:ext cx="4482954" cy="2308324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  <a:ln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Project Team Id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PTID-CDA-DEC-25-958</a:t>
            </a:r>
          </a:p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Project Id : </a:t>
            </a: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CDACL005</a:t>
            </a:r>
          </a:p>
          <a:p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N" b="1" u="sng" dirty="0">
                <a:solidFill>
                  <a:schemeClr val="accent6">
                    <a:lumMod val="50000"/>
                  </a:schemeClr>
                </a:solidFill>
              </a:rPr>
              <a:t>Team Members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Ankit Raj Sinha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Lolla Venkata Surya Sudheer Kumar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accent6">
                    <a:lumMod val="50000"/>
                  </a:schemeClr>
                </a:solidFill>
              </a:rPr>
              <a:t>Gangula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 Padma</a:t>
            </a:r>
          </a:p>
        </p:txBody>
      </p:sp>
    </p:spTree>
    <p:extLst>
      <p:ext uri="{BB962C8B-B14F-4D97-AF65-F5344CB8AC3E}">
        <p14:creationId xmlns:p14="http://schemas.microsoft.com/office/powerpoint/2010/main" val="3227797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4030-0E45-4386-B998-B333B682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38651"/>
            <a:ext cx="11155680" cy="717871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Project objective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DF041-5545-4169-B10C-D5D543BEF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Understand purchase pattern behavior.</a:t>
            </a:r>
          </a:p>
          <a:p>
            <a:r>
              <a:rPr lang="en-IN" sz="2800" dirty="0"/>
              <a:t>Identify seasonal trends.</a:t>
            </a:r>
          </a:p>
          <a:p>
            <a:r>
              <a:rPr lang="en-IN" sz="2800" dirty="0"/>
              <a:t>Support business decision.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0299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0182-C055-4ED1-B786-54387716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4375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Dataset Overview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3B89E-BECE-474B-AE16-54DC55D75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192" y="2684627"/>
            <a:ext cx="11155680" cy="3767328"/>
          </a:xfrm>
        </p:spPr>
        <p:txBody>
          <a:bodyPr>
            <a:normAutofit/>
          </a:bodyPr>
          <a:lstStyle/>
          <a:p>
            <a:r>
              <a:rPr lang="en-US" sz="2800" dirty="0"/>
              <a:t>Customer transactional dataset</a:t>
            </a:r>
          </a:p>
          <a:p>
            <a:r>
              <a:rPr lang="en-US" sz="2800" dirty="0"/>
              <a:t>~ 5 lakh records</a:t>
            </a:r>
          </a:p>
          <a:p>
            <a:r>
              <a:rPr lang="en-US" sz="2800" dirty="0"/>
              <a:t>Features list (</a:t>
            </a:r>
            <a:r>
              <a:rPr lang="en-US" sz="2400" dirty="0" err="1"/>
              <a:t>Billno</a:t>
            </a:r>
            <a:r>
              <a:rPr lang="en-US" sz="2400" dirty="0"/>
              <a:t>, </a:t>
            </a:r>
            <a:r>
              <a:rPr lang="en-US" sz="2400" dirty="0" err="1"/>
              <a:t>Itemname</a:t>
            </a:r>
            <a:r>
              <a:rPr lang="en-US" sz="2400" dirty="0"/>
              <a:t>, </a:t>
            </a:r>
            <a:r>
              <a:rPr lang="en-US" sz="2400" dirty="0" err="1"/>
              <a:t>Present_date</a:t>
            </a:r>
            <a:r>
              <a:rPr lang="en-US" sz="2400" dirty="0"/>
              <a:t>, Quantity, Price, </a:t>
            </a:r>
            <a:r>
              <a:rPr lang="en-US" sz="2400" dirty="0" err="1"/>
              <a:t>CustomerId</a:t>
            </a:r>
            <a:r>
              <a:rPr lang="en-US" sz="2400" dirty="0"/>
              <a:t>, Country)</a:t>
            </a:r>
            <a:endParaRPr lang="en-US" sz="2800" dirty="0"/>
          </a:p>
          <a:p>
            <a:r>
              <a:rPr lang="en-IN" sz="2800" dirty="0"/>
              <a:t>Time period : 2010 – 2011</a:t>
            </a:r>
          </a:p>
        </p:txBody>
      </p:sp>
    </p:spTree>
    <p:extLst>
      <p:ext uri="{BB962C8B-B14F-4D97-AF65-F5344CB8AC3E}">
        <p14:creationId xmlns:p14="http://schemas.microsoft.com/office/powerpoint/2010/main" val="1526354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74DD-36AB-4CB9-9F4E-7EB15523E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4131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Data cleaning(EDA)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159C-C6C2-4BE5-83FD-AA9EC683F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dirty="0"/>
              <a:t>Identified and removed duplicated records.</a:t>
            </a:r>
          </a:p>
          <a:p>
            <a:r>
              <a:rPr lang="en-US" sz="2800" dirty="0"/>
              <a:t>Handled missing values(dropped or removed where necessary)</a:t>
            </a:r>
          </a:p>
          <a:p>
            <a:r>
              <a:rPr lang="en-US" sz="2800" dirty="0"/>
              <a:t>Identify and treated Outliers in quantity columns using Box plot</a:t>
            </a:r>
          </a:p>
          <a:p>
            <a:r>
              <a:rPr lang="en-US" sz="2800" dirty="0"/>
              <a:t>Remove invalid transactions(negative quantity/ returns)</a:t>
            </a:r>
          </a:p>
          <a:p>
            <a:r>
              <a:rPr lang="en-IN" sz="2800" dirty="0"/>
              <a:t>Standardize date and change data format of Price and date columns</a:t>
            </a:r>
          </a:p>
          <a:p>
            <a:r>
              <a:rPr lang="en-IN" sz="2800" dirty="0"/>
              <a:t>Prepared clean dataset for analysis</a:t>
            </a:r>
          </a:p>
        </p:txBody>
      </p:sp>
    </p:spTree>
    <p:extLst>
      <p:ext uri="{BB962C8B-B14F-4D97-AF65-F5344CB8AC3E}">
        <p14:creationId xmlns:p14="http://schemas.microsoft.com/office/powerpoint/2010/main" val="317622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15E7-42D1-47D3-946D-42A1B545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51904"/>
            <a:ext cx="11155680" cy="731121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EDA Visualization Overview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676976-8AD7-4084-829E-16432D9B1B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686" y="2666449"/>
            <a:ext cx="1060117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Visual analysis performed to understand customer purchase behavior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erstad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Key aspects analyzed: product demand, country-wise transactions,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Bierstadt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 quantity distribution, and revenue trends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Visualizations help identify patterns, outliers, and business risks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ierstadt"/>
              </a:rPr>
              <a:t>Insights derived from these plots support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37902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1310-A761-40D5-8439-04DA20B1E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26617"/>
            <a:ext cx="6449994" cy="731122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accent3">
                    <a:lumMod val="50000"/>
                  </a:schemeClr>
                </a:solidFill>
                <a:latin typeface="Constantia" panose="02030602050306030303" pitchFamily="18" charset="0"/>
              </a:rPr>
              <a:t>Monthly Revenue Trend</a:t>
            </a:r>
            <a:endParaRPr lang="en-IN" sz="3200" u="sng" dirty="0">
              <a:solidFill>
                <a:schemeClr val="accent3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16CCF-AA01-42B3-BF73-0F02BFD42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1643270"/>
            <a:ext cx="6344535" cy="52147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C28847-0F95-42CE-8478-318B1F7835D1}"/>
              </a:ext>
            </a:extLst>
          </p:cNvPr>
          <p:cNvSpPr txBox="1"/>
          <p:nvPr/>
        </p:nvSpPr>
        <p:spPr>
          <a:xfrm>
            <a:off x="7156173" y="1643270"/>
            <a:ext cx="4757531" cy="46166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5">
                    <a:lumMod val="50000"/>
                  </a:schemeClr>
                </a:solidFill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From the month of January to May there is inconsistent customer purchasing behavior due to absence of Strong seasonal demand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  <a:latin typeface="system-ui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accent5">
                  <a:lumMod val="50000"/>
                </a:schemeClr>
              </a:solidFill>
              <a:latin typeface="system-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A clear upward growth trend from August to November, this growth corresponds to Festive and Holiday seasons.</a:t>
            </a:r>
          </a:p>
          <a:p>
            <a:endParaRPr lang="en-US" b="0" i="0" dirty="0">
              <a:effectLst/>
              <a:latin typeface="system-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November records the highest revenue, indicating peak seasonal demand.</a:t>
            </a:r>
          </a:p>
          <a:p>
            <a:endParaRPr lang="en-US" b="0" i="0" dirty="0">
              <a:effectLst/>
              <a:latin typeface="system-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Sharp decline in the month of December immediately after a high peak in November shows that customer already spend heavy in the festive season.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13B630-6FA9-48E8-83EA-CBA8FC5224FD}"/>
              </a:ext>
            </a:extLst>
          </p:cNvPr>
          <p:cNvCxnSpPr>
            <a:cxnSpLocks/>
          </p:cNvCxnSpPr>
          <p:nvPr/>
        </p:nvCxnSpPr>
        <p:spPr>
          <a:xfrm>
            <a:off x="6971202" y="726617"/>
            <a:ext cx="39755" cy="61313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77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5070-EEBD-4273-993F-C9A544BC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33851"/>
            <a:ext cx="6757283" cy="63835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Constantia" panose="02030602050306030303" pitchFamily="18" charset="0"/>
              </a:rPr>
              <a:t> </a:t>
            </a:r>
            <a:r>
              <a:rPr lang="en-US" sz="3200" u="sng" dirty="0">
                <a:solidFill>
                  <a:schemeClr val="accent3">
                    <a:lumMod val="50000"/>
                  </a:schemeClr>
                </a:solidFill>
                <a:latin typeface="Constantia" panose="02030602050306030303" pitchFamily="18" charset="0"/>
              </a:rPr>
              <a:t>Top 10 product by quantity</a:t>
            </a:r>
            <a:endParaRPr lang="en-IN" sz="3200" u="sng" dirty="0">
              <a:solidFill>
                <a:schemeClr val="accent3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3752E3-C434-47AD-8B66-0B062D3A3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510748"/>
            <a:ext cx="11155680" cy="3843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B6F459-620B-49E3-9B14-0496B6920C4A}"/>
              </a:ext>
            </a:extLst>
          </p:cNvPr>
          <p:cNvSpPr txBox="1"/>
          <p:nvPr/>
        </p:nvSpPr>
        <p:spPr>
          <a:xfrm>
            <a:off x="715617" y="5414518"/>
            <a:ext cx="10958223" cy="129266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3">
                    <a:lumMod val="50000"/>
                  </a:schemeClr>
                </a:solidFill>
              </a:rPr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JUMBO BAG RED RETROSPOT is the highest selling product, indicating very strong purchase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It is followed by WHITE HANGING HEART T-LIGHT HOLDER and ASSORTED COLOUR BIRD ORNAMENT.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These top-selling products should be prioritized for inventory stocking.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3A6D0C-78EE-436E-918B-83E0A96E496C}"/>
              </a:ext>
            </a:extLst>
          </p:cNvPr>
          <p:cNvCxnSpPr>
            <a:cxnSpLocks/>
          </p:cNvCxnSpPr>
          <p:nvPr/>
        </p:nvCxnSpPr>
        <p:spPr>
          <a:xfrm>
            <a:off x="0" y="5414518"/>
            <a:ext cx="12192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81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A101-5BD8-412D-8746-EFA8946D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662609"/>
            <a:ext cx="6237401" cy="596348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accent3">
                    <a:lumMod val="50000"/>
                  </a:schemeClr>
                </a:solidFill>
                <a:latin typeface="Constantia" panose="02030602050306030303" pitchFamily="18" charset="0"/>
              </a:rPr>
              <a:t>Top 10 product by revenue</a:t>
            </a:r>
            <a:endParaRPr lang="en-IN" sz="3200" u="sng" dirty="0">
              <a:solidFill>
                <a:schemeClr val="accent3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42DD8-3AEF-4DC6-99B4-CCD7D2ACB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7" y="1364974"/>
            <a:ext cx="11153957" cy="3816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11EE03-7D3F-4B1C-8D20-9C361CCEC2AE}"/>
              </a:ext>
            </a:extLst>
          </p:cNvPr>
          <p:cNvSpPr txBox="1"/>
          <p:nvPr/>
        </p:nvSpPr>
        <p:spPr>
          <a:xfrm>
            <a:off x="834887" y="5226784"/>
            <a:ext cx="10840277" cy="16312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3">
                    <a:lumMod val="50000"/>
                  </a:schemeClr>
                </a:solidFill>
              </a:rPr>
              <a:t>Insights:</a:t>
            </a:r>
            <a:endParaRPr lang="en-US" sz="1600" dirty="0">
              <a:solidFill>
                <a:schemeClr val="accent3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DOTCOM POSTAGE is the highest revenue generating item followed by REGENCY CAKESTAND 3 TIER and PARTY BUNTING.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ystem-ui"/>
              </a:rPr>
              <a:t>By comparing revenue and quantity, different products rank at the top. This indicates that despite lower sales volume, certain products contribute significantly to overall revenue due to higher unit prices</a:t>
            </a:r>
            <a:r>
              <a:rPr lang="en-US" dirty="0"/>
              <a:t>.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7AD96B-AF40-4FA6-9143-70DFDA4EE726}"/>
              </a:ext>
            </a:extLst>
          </p:cNvPr>
          <p:cNvCxnSpPr>
            <a:cxnSpLocks/>
          </p:cNvCxnSpPr>
          <p:nvPr/>
        </p:nvCxnSpPr>
        <p:spPr>
          <a:xfrm>
            <a:off x="0" y="5226784"/>
            <a:ext cx="12192000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78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213D-6E9D-4A19-90C1-0FD02356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39869"/>
            <a:ext cx="6041666" cy="63835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accent3">
                    <a:lumMod val="50000"/>
                  </a:schemeClr>
                </a:solidFill>
                <a:latin typeface="Constantia" panose="02030602050306030303" pitchFamily="18" charset="0"/>
              </a:rPr>
              <a:t>Quantity distribution</a:t>
            </a:r>
            <a:endParaRPr lang="en-IN" sz="3200" u="sng" dirty="0">
              <a:solidFill>
                <a:schemeClr val="accent3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81395-D5A8-4D8A-BEC0-DC9E196EE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56" y="1536125"/>
            <a:ext cx="6359718" cy="51498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505EB-02F4-46CD-AD0B-781A911DB08F}"/>
              </a:ext>
            </a:extLst>
          </p:cNvPr>
          <p:cNvSpPr txBox="1"/>
          <p:nvPr/>
        </p:nvSpPr>
        <p:spPr>
          <a:xfrm>
            <a:off x="7288696" y="1895061"/>
            <a:ext cx="4756205" cy="37856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is Right Skewed, indicating that most transactions involve low quantity purchase.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orders fall in the 1-10 quantity range, showing customers usually buy items in small numbers.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quantity orders are rare, but still present, indicating bulk or wholesale purchase by a small set of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C45A03-E818-4EEF-A9C4-12A5DB3DD5E5}"/>
              </a:ext>
            </a:extLst>
          </p:cNvPr>
          <p:cNvCxnSpPr>
            <a:cxnSpLocks/>
          </p:cNvCxnSpPr>
          <p:nvPr/>
        </p:nvCxnSpPr>
        <p:spPr>
          <a:xfrm>
            <a:off x="6851374" y="622852"/>
            <a:ext cx="0" cy="623514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796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8EA6-72B6-40E4-8C9C-B2F94901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66374"/>
            <a:ext cx="6121179" cy="625104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200" u="sng" dirty="0">
                <a:solidFill>
                  <a:schemeClr val="accent3">
                    <a:lumMod val="50000"/>
                  </a:schemeClr>
                </a:solidFill>
                <a:latin typeface="Constantia" panose="02030602050306030303" pitchFamily="18" charset="0"/>
              </a:rPr>
              <a:t>Country-wise Sales</a:t>
            </a:r>
            <a:endParaRPr lang="en-IN" sz="3200" u="sng" dirty="0">
              <a:solidFill>
                <a:schemeClr val="accent3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1C8949-738E-4E73-9DA1-FADAC0D40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33252" cy="5333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570D3A-00D9-441A-AB67-9F9ECFA97C55}"/>
              </a:ext>
            </a:extLst>
          </p:cNvPr>
          <p:cNvSpPr txBox="1"/>
          <p:nvPr/>
        </p:nvSpPr>
        <p:spPr>
          <a:xfrm>
            <a:off x="7050155" y="3859694"/>
            <a:ext cx="4784035" cy="24006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3">
                    <a:lumMod val="50000"/>
                  </a:schemeClr>
                </a:solidFill>
              </a:rPr>
              <a:t>Insights: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The transactions are highly UK centric, indicating business operations are primarily focused on UK market.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There is also a risk factor that the whole business depends on a single country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FEC95C-ADD1-4DE9-A347-DE7148DC923B}"/>
              </a:ext>
            </a:extLst>
          </p:cNvPr>
          <p:cNvCxnSpPr>
            <a:cxnSpLocks/>
          </p:cNvCxnSpPr>
          <p:nvPr/>
        </p:nvCxnSpPr>
        <p:spPr>
          <a:xfrm>
            <a:off x="6811618" y="622852"/>
            <a:ext cx="0" cy="6235148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42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41BF-60A6-476D-B05C-46071C09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507" y="753122"/>
            <a:ext cx="7115093" cy="664862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3200" u="sng" dirty="0">
                <a:solidFill>
                  <a:schemeClr val="accent3">
                    <a:lumMod val="50000"/>
                  </a:schemeClr>
                </a:solidFill>
                <a:latin typeface="Constantia" panose="02030602050306030303" pitchFamily="18" charset="0"/>
              </a:rPr>
              <a:t>Quantity vs Unit Price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CD190-6FFC-4A57-8663-E684817D2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4" y="1524001"/>
            <a:ext cx="7472900" cy="5194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D1BB27-87C3-4C9B-B6F0-89E59A07D6EC}"/>
              </a:ext>
            </a:extLst>
          </p:cNvPr>
          <p:cNvSpPr txBox="1"/>
          <p:nvPr/>
        </p:nvSpPr>
        <p:spPr>
          <a:xfrm>
            <a:off x="7911548" y="2570920"/>
            <a:ext cx="3762293" cy="35086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accent3">
                    <a:lumMod val="50000"/>
                  </a:schemeClr>
                </a:solidFill>
              </a:rPr>
              <a:t>Insights: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Relationship between Quantity and Price shows inverse trend, as Price increases Quantity decreases.</a:t>
            </a:r>
          </a:p>
          <a:p>
            <a:pPr algn="l"/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Customers usually buy less quantity of item's of higher price.</a:t>
            </a:r>
          </a:p>
          <a:p>
            <a:pPr algn="l"/>
            <a:endParaRPr lang="en-US" b="0" i="0" dirty="0">
              <a:effectLst/>
              <a:latin typeface="system-u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ystem-ui"/>
              </a:rPr>
              <a:t>When the price falls in the low-to-medium range, customers tend to purchase higher quantities.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A4D129-59F1-4D50-AF9D-144F09759671}"/>
              </a:ext>
            </a:extLst>
          </p:cNvPr>
          <p:cNvCxnSpPr>
            <a:cxnSpLocks/>
          </p:cNvCxnSpPr>
          <p:nvPr/>
        </p:nvCxnSpPr>
        <p:spPr>
          <a:xfrm>
            <a:off x="7646504" y="649357"/>
            <a:ext cx="0" cy="6208643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557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9239-3760-4E21-BF09-DE66C98C9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5762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EDA Summary / Key findings 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E1EC2B-94F5-4421-B04E-451096D325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7" y="2555606"/>
            <a:ext cx="1086240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Sales and transactions are highly concentrated in the UK market.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Majority of customers purchase items in small quantities.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Few products contribute significantly to overall revenue.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Presence of outliers due to bulk purchases.</a:t>
            </a:r>
          </a:p>
        </p:txBody>
      </p:sp>
    </p:spTree>
    <p:extLst>
      <p:ext uri="{BB962C8B-B14F-4D97-AF65-F5344CB8AC3E}">
        <p14:creationId xmlns:p14="http://schemas.microsoft.com/office/powerpoint/2010/main" val="3959661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BAFC-C3A9-4D68-8056-33CF93A9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13366"/>
            <a:ext cx="11155680" cy="704617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Domain Analysis – Purchase behavior</a:t>
            </a:r>
            <a:endParaRPr lang="en-IN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9929-7D95-4CB4-82FB-2AA107DAE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69774"/>
            <a:ext cx="11155680" cy="5188226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>
                <a:solidFill>
                  <a:schemeClr val="accent3"/>
                </a:solidFill>
              </a:rPr>
              <a:t>Customer Behavior</a:t>
            </a:r>
          </a:p>
          <a:p>
            <a:pPr lvl="1"/>
            <a:r>
              <a:rPr lang="en-US" sz="2000" dirty="0"/>
              <a:t>Customers predominantly make low-quantity purchases, indicating a retail-oriented buying behavior</a:t>
            </a:r>
            <a:endParaRPr lang="en-US" sz="1800" dirty="0"/>
          </a:p>
          <a:p>
            <a:pPr lvl="1"/>
            <a:r>
              <a:rPr lang="en-US" sz="2000" dirty="0"/>
              <a:t>Bulk purchases are limited, possible reason of  B2B or wholesale clients.</a:t>
            </a:r>
          </a:p>
          <a:p>
            <a:r>
              <a:rPr lang="en-US" sz="2600" b="1" dirty="0">
                <a:solidFill>
                  <a:schemeClr val="accent3"/>
                </a:solidFill>
              </a:rPr>
              <a:t>Product Strategy</a:t>
            </a:r>
          </a:p>
          <a:p>
            <a:pPr lvl="1"/>
            <a:r>
              <a:rPr lang="en-US" sz="2000" dirty="0"/>
              <a:t>Revenue is dependent on a small set of high-performing products.</a:t>
            </a:r>
          </a:p>
          <a:p>
            <a:pPr lvl="1"/>
            <a:r>
              <a:rPr lang="en-US" sz="2000" dirty="0"/>
              <a:t>Opportunity to promote mid-performing products using offers/bundles.</a:t>
            </a:r>
          </a:p>
          <a:p>
            <a:r>
              <a:rPr lang="en-US" sz="2600" b="1" dirty="0">
                <a:solidFill>
                  <a:schemeClr val="accent3"/>
                </a:solidFill>
              </a:rPr>
              <a:t>Geographic Risk</a:t>
            </a:r>
          </a:p>
          <a:p>
            <a:pPr lvl="1"/>
            <a:r>
              <a:rPr lang="en-US" sz="2000" dirty="0"/>
              <a:t>Heavy dependency on UK market.</a:t>
            </a:r>
          </a:p>
          <a:p>
            <a:pPr lvl="1"/>
            <a:r>
              <a:rPr lang="en-US" sz="2000" dirty="0"/>
              <a:t>Business risk due to lack of geographic diversification.</a:t>
            </a:r>
          </a:p>
          <a:p>
            <a:r>
              <a:rPr lang="en-US" sz="2600" b="1" dirty="0">
                <a:solidFill>
                  <a:schemeClr val="accent3"/>
                </a:solidFill>
              </a:rPr>
              <a:t>Inventory &amp; Operations</a:t>
            </a:r>
          </a:p>
          <a:p>
            <a:pPr lvl="1"/>
            <a:r>
              <a:rPr lang="en-US" sz="1900" dirty="0"/>
              <a:t>Fast-moving products need better stock planning.</a:t>
            </a:r>
          </a:p>
          <a:p>
            <a:pPr lvl="1"/>
            <a:r>
              <a:rPr lang="en-US" sz="1900" dirty="0"/>
              <a:t>Slow-moving items may lead to holding costs.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1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68DD-AF3A-4A0B-90F3-CC1A568DA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31122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Business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8244EA-2702-4729-86F4-BEE3B6AC3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0700" y="2658956"/>
            <a:ext cx="1030121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Expand sales strategy beyond the UK to reduce market dependency.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marketing efforts on top revenue-generating products.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Introduce bundle offers to increase average order quantity.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bulk buyers separately for B2B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72745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D69D7-B57B-48D5-8F71-A618F9DA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25399"/>
            <a:ext cx="11155680" cy="770879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64B87B-1E1D-4F2B-9DB9-A54B5D9407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3123446"/>
            <a:ext cx="114190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EDA helped identify key sales patterns and customer behavior.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Domain analysis translated insights into business understanding.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analysis can support better inventory, marketing, and expansion decisions.</a:t>
            </a:r>
          </a:p>
        </p:txBody>
      </p:sp>
    </p:spTree>
    <p:extLst>
      <p:ext uri="{BB962C8B-B14F-4D97-AF65-F5344CB8AC3E}">
        <p14:creationId xmlns:p14="http://schemas.microsoft.com/office/powerpoint/2010/main" val="482927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1426</TotalTime>
  <Words>722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Bierstadt</vt:lpstr>
      <vt:lpstr>Constantia</vt:lpstr>
      <vt:lpstr>system-ui</vt:lpstr>
      <vt:lpstr>Trebuchet MS</vt:lpstr>
      <vt:lpstr>Wingdings 3</vt:lpstr>
      <vt:lpstr>Facet</vt:lpstr>
      <vt:lpstr>Purchase Pattern Analytics (Client Project)</vt:lpstr>
      <vt:lpstr>Project objective</vt:lpstr>
      <vt:lpstr>Dataset Overview</vt:lpstr>
      <vt:lpstr>Data cleaning(EDA)</vt:lpstr>
      <vt:lpstr>   EDA Visualization Overview</vt:lpstr>
      <vt:lpstr>Monthly Revenue Trend</vt:lpstr>
      <vt:lpstr> Top 10 product by quantity</vt:lpstr>
      <vt:lpstr>Top 10 product by revenue</vt:lpstr>
      <vt:lpstr>Quantity distribution</vt:lpstr>
      <vt:lpstr>Country-wise Sales</vt:lpstr>
      <vt:lpstr>Quantity vs Unit Price Distribution</vt:lpstr>
      <vt:lpstr>EDA Summary / Key findings </vt:lpstr>
      <vt:lpstr>Domain Analysis – Purchase behavior</vt:lpstr>
      <vt:lpstr>Business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Pattern Analysis (Internship Project)</dc:title>
  <dc:creator>Ankit Raj Sinha</dc:creator>
  <cp:lastModifiedBy>Ankit Raj Sinha</cp:lastModifiedBy>
  <cp:revision>12</cp:revision>
  <dcterms:created xsi:type="dcterms:W3CDTF">2026-01-31T05:07:31Z</dcterms:created>
  <dcterms:modified xsi:type="dcterms:W3CDTF">2026-02-19T14:26:06Z</dcterms:modified>
</cp:coreProperties>
</file>